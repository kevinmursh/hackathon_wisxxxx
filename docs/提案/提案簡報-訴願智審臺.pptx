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三個真實案件：主文、條款、期間、時效，全部與決定書一致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真卷宗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份，反推 30 頁卷宗：掃描、手寫、照片、影片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理由段論證點涵蓋 18／21；缺的 3 項是次要法條引用（行政程序法 §72／§73、申報辦法附表 1），不是判斷錯誤。比對腳本：experiments/eval/compare_truth.py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