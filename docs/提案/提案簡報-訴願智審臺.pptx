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減少查找，專注判斷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每一步透明，每一步可修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10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384048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100" b="0">
                <a:solidFill>
                  <a:srgbClr val="8A93A0"/>
                </a:solidFill>
                <a:latin typeface="Microsoft JhengHei"/>
              </a:rPr>
              <a:t>全部在競賽允許清單內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AI 會犯的四種錯，四道關卡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08760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捏造條號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11 部法規逐條比對；查無就標「未收錄」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0248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7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引文對不上卷證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每句引文回查原文；查不到就標示為未驗證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031736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引到過期法規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行為時／裁處時／決定時三個時點比對，修正過就提示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24544" y="1554480"/>
            <a:ext cx="2606040" cy="38404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793224" y="1828800"/>
            <a:ext cx="868680" cy="86868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61704" y="2880360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16304F"/>
                </a:solidFill>
                <a:latin typeface="Microsoft JhengHei"/>
              </a:rPr>
              <a:t>誤判程序結論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3383280"/>
            <a:ext cx="22402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0">
                <a:solidFill>
                  <a:srgbClr val="334455"/>
                </a:solidFill>
                <a:latin typeface="Microsoft JhengHei"/>
              </a:rPr>
              <a:t>不受理／駁回／撤銷由程式決定，AI 只寫理由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先把 101 份決定書讀完，才決定系統怎麼設計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10</a:t>
            </a:r>
          </a:p>
        </p:txBody>
      </p:sp>
      <p:sp>
        <p:nvSpPr>
          <p:cNvPr id="9" name="Block Arc 8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-9000000"/>
              <a:gd name="adj2" fmla="val 15840000"/>
              <a:gd name="adj3" fmla="val 2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Arc 9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15840000"/>
              <a:gd name="adj2" fmla="val 21240000"/>
              <a:gd name="adj3" fmla="val 20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lock Arc 10"/>
          <p:cNvSpPr/>
          <p:nvPr/>
        </p:nvSpPr>
        <p:spPr>
          <a:xfrm>
            <a:off x="822960" y="1600200"/>
            <a:ext cx="3566160" cy="3566160"/>
          </a:xfrm>
          <a:prstGeom prst="blockArc">
            <a:avLst>
              <a:gd name="adj1" fmla="val 21240000"/>
              <a:gd name="adj2" fmla="val 26639999"/>
              <a:gd name="adj3" fmla="val 2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400" b="1">
                <a:solidFill>
                  <a:srgbClr val="16304F"/>
                </a:solidFill>
                <a:latin typeface="Microsoft JhengHei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5B6573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40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>
                <a:solidFill>
                  <a:srgbClr val="8A93A0"/>
                </a:solidFill>
                <a:latin typeface="Microsoft JhengHei"/>
              </a:rPr>
              <a:t>駁回 15%・撤銷 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737360"/>
            <a:ext cx="6675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七成案子在程序就結束了。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880360"/>
            <a:ext cx="6675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5B6573"/>
                </a:solidFill>
                <a:latin typeface="Microsoft JhengHei"/>
              </a:rPr>
              <a:t>所以期間交給程式算；不受理的案子，草稿一個字都不碰實體。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法規 11 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04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逐條比對＋知識庫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判解 19・函釋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進知識庫並標註類型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402336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7" y="4050791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自行補 3 個缺口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36607" y="4480560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5B6573"/>
                </a:solidFill>
                <a:latin typeface="Microsoft JhengHei"/>
              </a:rPr>
              <a:t>政資法・洗錢判準・空污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07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拿不到答辯書和卷宗，就自己出三套考題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01 ／ 建築法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訴願人遲了 7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7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不受理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卷宗塞滿實質理由和照片當干擾；正確答案仍是程序不受理，不能寫任何實質認定。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02 ／ 廢清法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亂丟煙蒂，說沒丟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駁回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影片 00:14 拋擲、00:19 煙蒂還在；訴願書寫的收受日和送達證書差 2 天，要以證書為準。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1554480"/>
            <a:ext cx="35204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108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CASE 03 ／ 建築法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01168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6304F"/>
                </a:solidFill>
                <a:latin typeface="Microsoft JhengHei"/>
              </a:rPr>
              <a:t>政府遲了 26 天才罰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11312" y="2606040"/>
            <a:ext cx="1188720" cy="411480"/>
          </a:xfrm>
          <a:prstGeom prst="roundRect">
            <a:avLst>
              <a:gd name="adj" fmla="val 8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2606040"/>
            <a:ext cx="118872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撤銷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3154680"/>
            <a:ext cx="310896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簽證不實證據很強，但三年裁處權時效已過；答辯書迴避不答，系統必須自行從卷內算出時效。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每案 30 頁真實格式卷宗（掃描、手寫、系統截圖、影片）；對應決定書從知識庫排除，系統不能「認出答案」。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08 ／ 完成度與評分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今天做到哪裡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10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69163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544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卷證分類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29967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9456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574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五項分析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328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697479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5603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修正 → 確認 → 局部重算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358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320040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法規庫同步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53872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70332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56616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畫面全部連到線上系統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4164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" y="4206240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06908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自動化測試 52 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54456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4709160"/>
            <a:ext cx="228600" cy="228600"/>
          </a:xfrm>
          <a:prstGeom prst="ellipse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7200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補件辨識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4748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0080" y="5212080"/>
            <a:ext cx="228600" cy="228600"/>
          </a:xfrm>
          <a:prstGeom prst="ellipse">
            <a:avLst/>
          </a:prstGeom>
          <a:solidFill>
            <a:srgbClr val="C5C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74920"/>
            <a:ext cx="438912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16304F"/>
                </a:solidFill>
                <a:latin typeface="Microsoft JhengHei"/>
              </a:rPr>
              <a:t>登入／HTTPS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550408"/>
            <a:ext cx="4754880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4360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0819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允許清單內；呼叫頻率限制下固定流程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78240" y="15544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1664207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22860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42832" y="26334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Live Demo 走完整流程；52 個測試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0819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819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101 份讀完再設計；三套考題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778240" y="3383280"/>
            <a:ext cx="2697480" cy="16916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2832" y="3493008"/>
            <a:ext cx="23774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2832" y="411480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42832" y="4462272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四大功能對應；輔助不取代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Live Demo　http://100.20.156.38/　— 所有畫面都是線上現跑的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接下來：補件、法規自動更新、洗錢與空污案型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4805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4840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Live Demo　http://100.20.156.38/　　GitHub　完整原始碼＋三套考題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