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整合工作流，專注判斷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當事人、處分文號、日期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訴願書、處分書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3432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屆滿日、八款檢核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3432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7685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送達證書（程式計算）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7328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77056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爭點＋AI 認定＋依據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 vs 答辯書 vs 卷證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2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條文＋版本狀態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法規庫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04304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3–5 案＋可借用段落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案件庫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820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56792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主文・事實・理由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6792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1352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相似決定書理由段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131551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9497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草稿 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31551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承辦人意見，只重算受影響步驟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8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準確性驗證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三個案件：主文、條款、期間、時效，全部與決定書一致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重建卷宗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從法制局 101 份決定書挑 3 份，依決定書反推整套卷宗：掃描、手寫、照片、影片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看不到答案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這 3 份決定書從知識庫與相似案例排除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程式逐項比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3075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期間三日期、法條、主文條款、論證點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線上真跑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9087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每案 4–5 分鐘，可重跑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1463040"/>
          <a:ext cx="53949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463040"/>
                <a:gridCol w="1645920"/>
                <a:gridCol w="1463040"/>
              </a:tblGrid>
              <a:tr h="438912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建築法・逾期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廢清法・煙蒂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建築法・公安簽證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卷宗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30 頁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20 頁＋3 幀照片＋12 秒影片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30 頁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文件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10・答辯書 10・卷證 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3・答辯書 3・卷證 14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10・答辯書 10・卷證 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主文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不受理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駁回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撤銷（不另處）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條款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§77 ②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§79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§81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期間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7 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期間內（依送達證書）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關鍵爭點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舉證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時效 → 採訴願人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與決定書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8915400" y="146304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1463040"/>
            <a:ext cx="64008" cy="3840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55448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最難的一案：時效是委員會依職權發現的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148840"/>
            <a:ext cx="2377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訴願人沒主張到重點，機關答辯只說「複查時才發現」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系統從卷宗算出：111-06-09 行為終了 → 114-06-08 屆滿 → 114-07-04 才裁處，逾 26 日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主文寫「原處分撤銷」不寫「另為處分」，且不附教示——格式上最容易錯的細節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