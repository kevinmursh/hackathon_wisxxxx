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輔助判斷，不代為決定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每一步透明，每一步可修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數據飛輪：法規庫／案件庫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輔助判斷，不代為決定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只給一個結論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「本案應駁回。」——信也不是，不信也不是。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把選項和證據攤在眼前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每個爭點：AI 怎麼認、憑什麼認、卷證在哪一頁；採信哪一方會有什麼後果——都寫清楚，然後交給承辦人。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採信訴願人 → 影片 00:14「未見拋擲」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承辦人點頭，才進草稿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檢索＋AI ×1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檢索＋AI ×1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局部重算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承辦人說改哪裡，系統改哪裡，改了什麼都有交代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承辦人指出問題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系統算出牽動哪幾步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只重算這幾步，其他不動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改前改後並排，點確認才生效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改成什麼樣，先看見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每一點都回覆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採納、部分採納、或不採納
附理由，留紀錄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助手有據才答：法條、決定書、本案卷證，查不到就說查不到；查到的，一鍵變成修正意見。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數據飛輪：決定書人人有，卷證只能自己攢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為什麼只能自己累積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・決定書到處都是，答辯書一份難求——制度使然。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中途補件走同一條路：一句「補這份」，只認新檔、只重算牽動的步驟。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入庫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