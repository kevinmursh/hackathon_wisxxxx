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減少查找，專注判斷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每一步透明，每一步可修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繁瑣的交給系統，判斷的留給承辦人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07008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8A5A00"/>
                </a:solidFill>
                <a:latin typeface="Microsoft JhengHei"/>
              </a:rPr>
              <a:t>讀卷比對、查法條函釋、找相似案例、擬草稿，四件事系統先做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讀卷・比對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7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查法條・函釋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3087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1583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撰擬草稿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85832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審核・決定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85832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33172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現在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33087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7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17336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85832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85832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49039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840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40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33087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3087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17336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17336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1583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1583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85832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85832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承辦人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48640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548640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50468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承辦人的時間，從逐字撰擬，移到判斷與修正；每個爭點附認定、依據、卷證頁碼，採信哪一方會有什麼後果都寫清楚。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370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4576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182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 AI・約 2 分鐘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步驟固定，結果留底。錯在哪一步，就修那一步；每個結論都指得出卷證和條號。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期間怎麼算、該不該受理，是法條說了算，不是 AI 猜——這一步交給程式。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承辦人說改哪裡，系統改哪裡，改了什麼都有交代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承辦人指出問題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系統算出牽動哪幾步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只重算這幾步，其他不動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改前改後並排，點確認才生效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改成什麼樣，先看見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每一點都回覆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採納、部分採納、或不採納
附理由，留紀錄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助手有據才答：法條、決定書、本案卷證，查不到就說查不到；查到的，一鍵變成修正意見。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數據飛輪：決定書人人有，卷證只能自己攢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為什麼只能自己累積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・決定書到處都是，答辯書一份難求——制度使然。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中途補件走同一條路：一句「補這份」，只認新檔、只重算牽動的步驟。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查法規庫、找相似案例、寫草稿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承辦人確認或修改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入庫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