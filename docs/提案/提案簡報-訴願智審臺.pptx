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減少查找，專注判斷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370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4576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182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 AI・約 2 分鐘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步驟固定，結果留底。錯在哪一步，就修那一步；每個結論都指得出卷證和條號。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期間怎麼算、該不該受理，是法條說了算，不是 AI 猜——這一步交給程式。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11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11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11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