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讓法制局能安心採用、而且會越用越準的 AI 審卷系統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AI 把例行比對做完、把證據攤開；決定，留給承辦人。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四個設計決定，每一個都是「採不採用」的門檻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64792"/>
            <a:ext cx="502920" cy="50292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91639"/>
            <a:ext cx="4343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167128"/>
            <a:ext cx="4343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AI 給選項＋各自的法律後果與風險，決定權在承辦人。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3063239"/>
            <a:ext cx="45720" cy="411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39" y="3044952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8A5A00"/>
                </a:solidFill>
                <a:latin typeface="Microsoft JhengHei"/>
              </a:rPr>
              <a:t>避開「AI 替政府做決定」的政治風險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764792"/>
            <a:ext cx="502920" cy="50292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691639"/>
            <a:ext cx="4343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6304F"/>
                </a:solidFill>
                <a:latin typeface="Microsoft JhengHei"/>
              </a:rPr>
              <a:t>數據飛輪：法規庫＋案件庫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167128"/>
            <a:ext cx="4343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答辯書和卷證依法不公開，只能靠每辦一案累積；補件也走同一條路。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3063239"/>
            <a:ext cx="45720" cy="411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044952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8A5A00"/>
                </a:solidFill>
                <a:latin typeface="Microsoft JhengHei"/>
              </a:rPr>
              <a:t>沒有它，系統只學得到結論，學不到怎麼判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4096511"/>
            <a:ext cx="502920" cy="50292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023359"/>
            <a:ext cx="4343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6304F"/>
                </a:solidFill>
                <a:latin typeface="Microsoft JhengHei"/>
              </a:rPr>
              <a:t>修正意見是正式入口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98847"/>
            <a:ext cx="4343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承辦人在任何一層提修正 → 只重算受影響的層 → 逐項回覆採納與否。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5394959"/>
            <a:ext cx="45720" cy="411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91639" y="5376671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8A5A00"/>
                </a:solidFill>
                <a:latin typeface="Microsoft JhengHei"/>
              </a:rPr>
              <a:t>「輔助」兩個字的實作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4096511"/>
            <a:ext cx="502920" cy="50292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023359"/>
            <a:ext cx="4343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6304F"/>
                </a:solidFill>
                <a:latin typeface="Microsoft JhengHei"/>
              </a:rPr>
              <a:t>透明、步驟式、非黑盒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498847"/>
            <a:ext cx="4343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固定七步、每步落地、每個結論可點回卷證原句與真實條號。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5394959"/>
            <a:ext cx="45720" cy="411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5376671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8A5A00"/>
                </a:solidFill>
                <a:latin typeface="Microsoft JhengHei"/>
              </a:rPr>
              <a:t>評審問「怎麼知道它沒亂講」的答案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支柱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5B6573"/>
                </a:solidFill>
                <a:latin typeface="Microsoft JhengHei"/>
              </a:rPr>
              <a:t>✕  AI 直接給答案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5B6573"/>
                </a:solidFill>
                <a:latin typeface="Microsoft JhengHei"/>
              </a:rPr>
              <a:t>「本案應駁回。」——承辦人只能信或不信；法制局第一反應：那承辦人幹嘛？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931920"/>
            <a:ext cx="4206240" cy="1097280"/>
          </a:xfrm>
          <a:prstGeom prst="roundRect">
            <a:avLst>
              <a:gd name="adj" fmla="val 8000"/>
            </a:avLst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420624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5B6573"/>
                </a:solidFill>
                <a:latin typeface="Microsoft JhengHei"/>
              </a:rPr>
              <a:t>駁回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74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黑盒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JhengHei"/>
              </a:rPr>
              <a:t>✓  AI 攤開選項與證據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48463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E6EDF5"/>
                </a:solidFill>
                <a:latin typeface="Microsoft JhengHei"/>
              </a:rPr>
              <a:t>每個爭點附「認定＋依據一句＋卷證原句」，並標示採哪一方的法律後果與風險；決定自己下。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520440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20440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1　採機關　→ 送達證書 p.2「本人簽收」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4087368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87368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2　採訴願人 → 影片 00:14「未見拋擲」・風險：中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654296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承辦人：確認／修改 → 才寫進草稿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支柱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數據飛輪：決定書是輸出，答辯書和卷證才是輸入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為什麼輸入拿不到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・所以決定書到處都是、答辯書一份難求——這是制度設計的結果，不是錯覺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補件與重新匯入走同一條路：承辦人跟助手說「補這份」→ 只辨識新檔 → 只重算受影響的步驟 → 前端立即更新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歸戶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類文件，自動命名進案件庫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法規庫檢索、相似案例、草稿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承辦人確認／修改，寫回案件庫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累積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支柱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修正意見是正式入口——不是聊天，是可追蹤的變更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承辦人說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「爭點 2 改採訴願人，因為影片 00:14 看不到拋擲」
可多點、可附卷證依據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系統判斷影響範圍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爭點 → 法規 → 相似案例 → 草稿
只重算這幾層，其他不動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45936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提案卡：修改前 → 修改後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所見即所得；按「確認」才執行
取消則原樣不動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7424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7424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逐項回覆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採納／部分採納／無法採納
每一項附證據，寫入稽核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12064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7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右下角助手「有據才答」：查法條、查決定書、查本案卷證、算期間——查無就說查無；查到的東西一鍵轉成修正意見。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支柱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透明、步驟式、非黑盒：固定七步，哪一步錯就修哪一步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欄位擷取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86584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E0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86584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JhengHei"/>
              </a:rPr>
              <a:t>程式 0 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爭點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0208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法規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檢索＋1 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相似案例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檢索＋1 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草稿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41080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2182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修正重跑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04703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04703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只跑受影響步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次模型呼叫・約 2 分鐘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每步輸出落地、每個結論附卷證原句與真實條號；呼叫次數固定，所以能在 1 RPS 下跑、能單步重跑、能做評測。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綠色那步是程式算的：30 日期間、八款不受理，不交給模型猜。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丟卷宗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自動歸戶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看五分頁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欄位・爭點・法規・案例・草稿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示範：case02 亂丟煙蒂，20 頁卷宗＋影片 — 90 秒歸戶、2 分鐘出五分頁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貼心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卷宗怎麼來都收得下——降低上手門檻的細節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亂檔名全對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檔含影片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不是核心功能：承辦人不必先整理檔名或格式，系統看內容分類；分錯了在畫面上改，寫稽核。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服務，全在允許清單內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最常犯的四種錯，各有一道閘門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部法規逐條字典查核；查無就標「未收錄」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引句不符卷證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每句引文回查原文；查不到列入未驗證清單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不受理／駁回／撤銷由程式選模板，模型只寫理由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七成案子連實體都不審——程序（30 日、八款）是勝負手。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所以期間計算做成程式，不交給模型；不受理案的草稿不寫實體。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逐條字典＋KB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KB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輸入拿不到——我們自己造了三案考題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卷宗塞滿實體理由和照片當干擾；正確答案仍是程序不受理，一字實體都不能寫。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簽證不實證據很強，但三年裁處權時效已過；答辯書迴避不答，系統要自己算出來。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11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今天線上能做到哪裡，對到四個評分項目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文件歸戶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五分頁分析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修正提案 → 確認 → 局部重跑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前端接真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允許清單內；1 RPS 下固定 pipeline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份讀完再設計；三案評測集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所有數據都是 EC2 真跑，不是 mock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下一步：接補件 API・法規同步排程・擴到洗錢／空污案型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完整原始碼＋評測集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