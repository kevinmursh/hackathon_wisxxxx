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4800600"/>
            <a:ext cx="3520440" cy="12344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59" y="4846320"/>
            <a:ext cx="13716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結果留底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18288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每一步的產出都保存，隨時回看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5112" y="4800600"/>
            <a:ext cx="3520440" cy="12344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07992" y="4846320"/>
            <a:ext cx="13716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可溯源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9592" y="4846320"/>
            <a:ext cx="18288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每個結論指得出卷證頁碼與條號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10144" y="4800600"/>
            <a:ext cx="3520440" cy="12344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3" y="4846320"/>
            <a:ext cx="13716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局部重算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64624" y="4846320"/>
            <a:ext cx="182880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錯在哪一步，只修那一步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9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9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