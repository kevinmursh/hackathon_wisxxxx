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稽查案件說明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案件編號 114EPB0628-01937</a:t>
            </a:r>
          </a:p>
          <a:p>
            <a:r>
              <a:t>違規事實：隨地拋棄煙蒂</a:t>
            </a:r>
          </a:p>
          <a:p>
            <a:r>
              <a:t>罰鍰 3,600 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